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0"/>
            <a:ext cx="73152" cy="109728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737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Markets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BTC Prediction Engine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YC Application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25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Volatile Markets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 swings 5-10% in a day. Retail investors get wiped out.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14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Institutional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Hedge funds use on-chain analytics, ML models. Retail has nothing.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703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Box Predictions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show a number with no reasoning. No transparency.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Signals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Polymarket, Binance order flow, ML model, technicals, sentiment, F&amp;G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371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67%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02920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Accuracy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ML model, 359 out-of-sample test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9144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Rate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updates every 30 seconds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0292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Boxes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shows its reasoning under BUY/SELL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6 Signals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365760"/>
          </a:xfrm>
          <a:prstGeom prst="roundRect">
            <a:avLst>
              <a:gd name="adj" fmla="val 12500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15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11155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164592" cy="164592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API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148840"/>
            <a:ext cx="164592" cy="16459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Flow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2057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Binance.US + Coinbase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2651760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0040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2560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BGeometrics on-chain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3154680"/>
            <a:ext cx="164592" cy="164592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063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004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3657600"/>
            <a:ext cx="164592" cy="164592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3566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Sentiment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00400" y="3566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160520"/>
            <a:ext cx="164592" cy="16459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4069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&amp; Greed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0040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alternative.me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 on 359 out-of-sample days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0292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097280"/>
            <a:ext cx="3017520" cy="3474720"/>
          </a:xfrm>
          <a:prstGeom prst="roundRect">
            <a:avLst>
              <a:gd name="adj" fmla="val 3030"/>
            </a:avLst>
          </a:prstGeom>
          <a:solidFill>
            <a:srgbClr val="13131A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0" y="1554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67.2%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66.9%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0" y="2514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0" y="2834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AUC-ROC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0" y="2834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0.7365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0.348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9436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Days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0" y="3474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359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Days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0" y="3794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1,435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Confusion Matrix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4114800" cy="3291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14400"/>
            <a:ext cx="41148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10 Features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Rate-of-change features dominate — the key innovation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85953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Models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 configurations compared on OOS BTC direction prediction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05840"/>
            <a:ext cx="87782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It Goes From Here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137160" cy="13716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Glassnode Pro (87 features)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764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achieves 82.44% with full Glassnode data. We have 42 features from BGeometrics. More data = higher accuracy.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68680" y="2331720"/>
            <a:ext cx="137160" cy="13716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CNN-LSTM architecture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25420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Omole &amp; Enke 2024 CNN-LSTM with 87 Glassnode features reached 82.44%. Our GradientBoosting at 67.4% is limited by data, not architecture.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3108960"/>
            <a:ext cx="137160" cy="137160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063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to ETH, SOL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3319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6-signal architecture per coin. BGeometrics supports ETH on-chain. Polymarket has ETH/SOL markets.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3886200"/>
            <a:ext cx="137160" cy="137160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predictions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43000" y="4096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daily. With Glassnode hourly data, can predict intraday moves for higher-frequency trading.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100584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13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Gap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1554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554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7830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features from BGeometrics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0" y="2103120"/>
            <a:ext cx="3474720" cy="0"/>
          </a:xfrm>
          <a:prstGeom prst="line">
            <a:avLst/>
          </a:prstGeom>
          <a:noFill/>
          <a:ln w="12700">
            <a:solidFill>
              <a:srgbClr val="1E1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2860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82.4%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features from Glassnode Pro ($799/mo)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2834640"/>
            <a:ext cx="3474720" cy="0"/>
          </a:xfrm>
          <a:prstGeom prst="line">
            <a:avLst/>
          </a:prstGeom>
          <a:noFill/>
          <a:ln w="12700">
            <a:solidFill>
              <a:srgbClr val="1E1E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3017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missing: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12080" y="3291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HODL waves (all 15 age bands vs our 13)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212080" y="35204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Realized cap HODL waves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12080" y="3749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Entity-adjusted dormancy flow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12080" y="39776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Stock-to-flow ratio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12080" y="42062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Difficulty ribbon compression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12080" y="443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45 additional on-chain indicators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0" y="45720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 is the single biggest lever to improve accuracy.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43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399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Python, scikit-learn, PyTorch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28800"/>
            <a:ext cx="54864" cy="594360"/>
          </a:xfrm>
          <a:prstGeom prst="rect">
            <a:avLst/>
          </a:prstGeom>
          <a:solidFill>
            <a:srgbClr val="4DABF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21305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14, React 18, TailwindCSS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56032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560320"/>
            <a:ext cx="54864" cy="59436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86207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BGeometrics Premium, Binance.US, Coinbase, Polymarket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29184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91840"/>
            <a:ext cx="54864" cy="59436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35935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 (same source everywhere)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023360"/>
            <a:ext cx="54864" cy="5943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432511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all 6 signals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Product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BTC price + chart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cap, volume, highs/lows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&amp; Greed Index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Sentiment (30+ sources)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3131A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Page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/ SELL with 6-signal reasoning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table (18 thresholds)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Binance order flow visualization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RSI, MACD, Bollinger live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+ order management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$5M valuation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273552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Glassnode Pro ($799/mo)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features → target 82%+ accuracy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685032"/>
            <a:ext cx="164592" cy="164592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611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to ETH, SOL, top 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3611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per-coin models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096512"/>
            <a:ext cx="164592" cy="16459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023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(React Native)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4023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notifications on signal changes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4507992"/>
            <a:ext cx="164592" cy="164592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4434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ML eng + full-stack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4434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infra, more data sources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True Markets — AI-Powered BTC Prediction Engine</dc:title>
  <dc:subject>PptxGenJS Presentation</dc:subject>
  <dc:creator>True Markets</dc:creator>
  <cp:lastModifiedBy>True Markets</cp:lastModifiedBy>
  <cp:revision>1</cp:revision>
  <dcterms:created xsi:type="dcterms:W3CDTF">2026-04-15T06:42:32Z</dcterms:created>
  <dcterms:modified xsi:type="dcterms:W3CDTF">2026-04-15T06:42:32Z</dcterms:modified>
</cp:coreProperties>
</file>