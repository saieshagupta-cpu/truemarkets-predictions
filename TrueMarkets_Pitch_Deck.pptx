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73152" cy="109728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Markets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BTC Prediction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YC Application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1313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Volatile Markets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swings 5-10% in a day. Retail investors get wiped 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1313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Institutional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funds use on-chain analytics, ML models. Retail has nothing.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1313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Predictions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show a number with no reasoning. No transparency.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1313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Signals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Polymarket, Binance order flow, ML model, technicals, sentiment, F&amp;G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13131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ML model, 359 out-of-sample test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1313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updates every 30 seconds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13131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 shows its reasoning under BUY/SELL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6 Signals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65760"/>
          </a:xfrm>
          <a:prstGeom prst="roundRect">
            <a:avLst>
              <a:gd name="adj" fmla="val 12500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155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64592" cy="164592"/>
          </a:xfrm>
          <a:prstGeom prst="ellipse">
            <a:avLst/>
          </a:prstGeom>
          <a:solidFill>
            <a:srgbClr val="4DABF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164592" cy="16459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Binance.US + Coinbase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651760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BGeometrics on-chain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154680"/>
            <a:ext cx="164592" cy="164592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TrueMarkets MCP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 Sentiment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TrueMarkets MCP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164592" cy="16459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alternative.me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Accuracy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67.4% on 359 out-of-sample days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97280"/>
            <a:ext cx="3017520" cy="3474720"/>
          </a:xfrm>
          <a:prstGeom prst="roundRect">
            <a:avLst>
              <a:gd name="adj" fmla="val 3030"/>
            </a:avLst>
          </a:prstGeom>
          <a:solidFill>
            <a:srgbClr val="13131A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67.4%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67.2%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66.9%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0.7365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0.348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Days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Days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1,435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Confusion Matrix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4114800" cy="32918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Rate-of-change features dominate — the key innovation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313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5943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399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Python, scikit-learn, PyTorch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3131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54864" cy="594360"/>
          </a:xfrm>
          <a:prstGeom prst="rect">
            <a:avLst/>
          </a:prstGeom>
          <a:solidFill>
            <a:srgbClr val="4DABF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1305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14, React 18, TailwindCSS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313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60320"/>
            <a:ext cx="54864" cy="5943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BGeometrics Premium, Binance.US, Coinbase, Polymarket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313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91840"/>
            <a:ext cx="54864" cy="59436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593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TrueMarkets MCP (same source everywhere)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313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02336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3251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seconds, all 6 signals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3131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BTC price + chart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cap, volume, highs/lows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 Index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 Sentiment (30+ sources)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3131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Page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/ SELL with 6-signal reasoning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table (18 thresholds)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Binance order flow visualization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RSI, MACD, Bollinger 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+ order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3131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$5M valuation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Glassnode Pro ($799/mo)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features → target 82%+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685032"/>
            <a:ext cx="164592" cy="164592"/>
          </a:xfrm>
          <a:prstGeom prst="ellipse">
            <a:avLst/>
          </a:prstGeom>
          <a:solidFill>
            <a:srgbClr val="4DABF7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ETH, SOL, top 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architecture, per-coin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096512"/>
            <a:ext cx="164592" cy="16459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(React Native)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on signal changes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507992"/>
            <a:ext cx="164592" cy="164592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ML eng + full-stack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infra, more data sources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Markets — AI-Powered BTC Prediction Engine</dc:title>
  <dc:subject>PptxGenJS Presentation</dc:subject>
  <dc:creator>True Markets</dc:creator>
  <cp:lastModifiedBy>True Markets</cp:lastModifiedBy>
  <cp:revision>1</cp:revision>
  <dcterms:created xsi:type="dcterms:W3CDTF">2026-04-15T06:35:51Z</dcterms:created>
  <dcterms:modified xsi:type="dcterms:W3CDTF">2026-04-15T06:35:51Z</dcterms:modified>
</cp:coreProperties>
</file>