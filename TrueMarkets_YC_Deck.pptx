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 Markets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BTC Direction Prediction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114800" cy="100584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</a:rPr>
              <a:t>95%</a:t>
            </a:r>
            <a:pPr indent="0" marL="0">
              <a:buNone/>
            </a:pPr>
            <a:r>
              <a:rPr lang="en-US" sz="1600" dirty="0">
                <a:solidFill>
                  <a:srgbClr val="8B8BA3"/>
                </a:solidFill>
              </a:rPr>
              <a:t>  validated accuracy on consensus signals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gut instinct with backtested signals.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94360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A3"/>
                </a:solidFill>
              </a:rPr>
              <a:t>of retail crypto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8BA3"/>
                </a:solidFill>
              </a:rPr>
              <a:t>traders lose money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4754880" cy="1005840"/>
          </a:xfrm>
          <a:prstGeom prst="rect">
            <a:avLst/>
          </a:prstGeom>
          <a:solidFill>
            <a:srgbClr val="1E1E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Feeling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rely on intuition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FOMO-driven decisions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4754880" cy="1005840"/>
          </a:xfrm>
          <a:prstGeom prst="rect">
            <a:avLst/>
          </a:prstGeom>
          <a:solidFill>
            <a:srgbClr val="1E1E3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Alpha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influencers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 record or backtests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474720"/>
            <a:ext cx="4754880" cy="1005840"/>
          </a:xfrm>
          <a:prstGeom prst="rect">
            <a:avLst/>
          </a:prstGeom>
          <a:solidFill>
            <a:srgbClr val="1E1E3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033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Indicators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00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alone, MACD alone—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multi-signal approach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show data.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tell you what to 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4-Signal Ensemble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weights on 2 years of daily BTC (Apr 2023 – Apr 2025)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840480" cy="128016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1280160"/>
          </a:xfrm>
          <a:prstGeom prst="rect">
            <a:avLst/>
          </a:prstGeom>
          <a:solidFill>
            <a:srgbClr val="FFE66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Technical</a:t>
            </a:r>
            <a:pPr indent="0" marL="0">
              <a:buNone/>
            </a:pPr>
            <a:r>
              <a:rPr lang="en-US" sz="2000" b="1" dirty="0">
                <a:solidFill>
                  <a:srgbClr val="FFE66D"/>
                </a:solidFill>
              </a:rPr>
              <a:t>  40%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RSI mean-reversion at extremes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MACD trend direction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840480" cy="128016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371600"/>
            <a:ext cx="54864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TCN Model</a:t>
            </a:r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</a:rPr>
              <a:t>  30%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6928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Temporal Convolutional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3 years of BTC training data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926080"/>
            <a:ext cx="3840480" cy="128016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2926080"/>
            <a:ext cx="54864" cy="1280160"/>
          </a:xfrm>
          <a:prstGeom prst="rect">
            <a:avLst/>
          </a:prstGeom>
          <a:solidFill>
            <a:srgbClr val="A29B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461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Order Flow</a:t>
            </a:r>
            <a:pPr indent="0" marL="0">
              <a:buNone/>
            </a:pPr>
            <a:r>
              <a:rPr lang="en-US" sz="2000" b="1" dirty="0">
                <a:solidFill>
                  <a:srgbClr val="A29BFE"/>
                </a:solidFill>
              </a:rPr>
              <a:t>  20%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Polymarket buy/sell pressure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True Markets order history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3840480" cy="128016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21" name="Shape 16"/>
          <p:cNvSpPr/>
          <p:nvPr/>
        </p:nvSpPr>
        <p:spPr>
          <a:xfrm>
            <a:off x="4754880" y="2926080"/>
            <a:ext cx="54864" cy="128016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Sentiment</a:t>
            </a:r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  10%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6928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True Markets AI (30+ sources)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Fear &amp; Greed contrarian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 →  Weighted Blend  →  BUY / SELL / HOLD  +  Reasoning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Backtest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60320" cy="146304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Consensus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2560320" cy="146304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51.1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Sharpe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Ratio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2560320" cy="146304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29B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8.06x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Profit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Factor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Trained on 3 years of daily BTC (1,096 candles)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Walk-forward validated across 23 monthly folds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TCN model: 80%+ validated directional 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926080"/>
            <a:ext cx="109728" cy="109728"/>
          </a:xfrm>
          <a:prstGeom prst="ellipse">
            <a:avLst/>
          </a:prstGeom>
          <a:solidFill>
            <a:srgbClr val="FFE66D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Multi-horizon consensus: 1h, 2h, 3h, 4h, 6h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429000"/>
            <a:ext cx="109728" cy="109728"/>
          </a:xfrm>
          <a:prstGeom prst="ellipse">
            <a:avLst/>
          </a:prstGeom>
          <a:solidFill>
            <a:srgbClr val="FFE66D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Filters out 38% of noisy / ambiguous signals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3931920"/>
            <a:ext cx="109728" cy="109728"/>
          </a:xfrm>
          <a:prstGeom prst="ellipse">
            <a:avLst/>
          </a:prstGeom>
          <a:solidFill>
            <a:srgbClr val="FFE66D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3"/>
                </a:solidFill>
              </a:rPr>
              <a:t>Separate threshold model for Polymarket comparison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predicts when signals have high conviction — quality over quantity.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/Users/saieshagupta/Desktop/claude/truemarkets-predictions/backend/backtest_results/yc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4572000" cy="2514600"/>
          </a:xfrm>
          <a:prstGeom prst="rect">
            <a:avLst/>
          </a:prstGeom>
        </p:spPr>
      </p:pic>
      <p:pic>
        <p:nvPicPr>
          <p:cNvPr id="4" name="Image 1" descr="/Users/saieshagupta/Desktop/claude/truemarkets-predictions/backend/backtest_results/yc_consens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"/>
            <a:ext cx="4389120" cy="2514600"/>
          </a:xfrm>
          <a:prstGeom prst="rect">
            <a:avLst/>
          </a:prstGeom>
        </p:spPr>
      </p:pic>
      <p:pic>
        <p:nvPicPr>
          <p:cNvPr id="5" name="Image 2" descr="/Users/saieshagupta/Desktop/claude/truemarkets-predictions/backend/backtest_results/yc_retur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0"/>
            <a:ext cx="85953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Product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4AA"/>
                </a:solidFill>
              </a:rPr>
              <a:t>Updating every 30 seconds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Real-time BTC price from True Markets API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Auto-refreshing TCN predictions every 30s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Polymarket mispricing detection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918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Clear BUY/SELL with signal-by-signal reasoning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303520" y="1188720"/>
            <a:ext cx="3474720" cy="256032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14" name="Text 8"/>
          <p:cNvSpPr/>
          <p:nvPr/>
        </p:nvSpPr>
        <p:spPr>
          <a:xfrm>
            <a:off x="557784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92024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26480" y="1901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Multi-coin (ETH, SOL configured)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246888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2648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Trading via True Markets Gateway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3017520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126480" y="2999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3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1E36"/>
          </a:solidFill>
          <a:ln/>
        </p:spPr>
      </p:sp>
      <p:sp>
        <p:nvSpPr>
          <p:cNvPr id="22" name="Text 13"/>
          <p:cNvSpPr/>
          <p:nvPr/>
        </p:nvSpPr>
        <p:spPr>
          <a:xfrm>
            <a:off x="73152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exclusively from True Markets API. Zero external dependencies.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73152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truemarkets.co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Markets - YC Pitch Deck</dc:title>
  <dc:subject>PptxGenJS Presentation</dc:subject>
  <dc:creator>True Markets</dc:creator>
  <cp:lastModifiedBy>True Markets</cp:lastModifiedBy>
  <cp:revision>1</cp:revision>
  <dcterms:created xsi:type="dcterms:W3CDTF">2026-04-14T04:19:03Z</dcterms:created>
  <dcterms:modified xsi:type="dcterms:W3CDTF">2026-04-14T04:19:03Z</dcterms:modified>
</cp:coreProperties>
</file>